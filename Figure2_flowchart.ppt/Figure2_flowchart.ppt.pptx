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</p:sldIdLst>
  <p:sldSz cx="121681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6ED3EE"/>
    <a:srgbClr val="FF8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40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1024" y="1122363"/>
            <a:ext cx="9126141" cy="2387600"/>
          </a:xfrm>
        </p:spPr>
        <p:txBody>
          <a:bodyPr anchor="b"/>
          <a:lstStyle>
            <a:lvl1pPr algn="ctr">
              <a:defRPr sz="598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1024" y="3602038"/>
            <a:ext cx="9126141" cy="1655762"/>
          </a:xfrm>
        </p:spPr>
        <p:txBody>
          <a:bodyPr/>
          <a:lstStyle>
            <a:lvl1pPr marL="0" indent="0" algn="ctr">
              <a:buNone/>
              <a:defRPr sz="2395"/>
            </a:lvl1pPr>
            <a:lvl2pPr marL="456286" indent="0" algn="ctr">
              <a:buNone/>
              <a:defRPr sz="1996"/>
            </a:lvl2pPr>
            <a:lvl3pPr marL="912571" indent="0" algn="ctr">
              <a:buNone/>
              <a:defRPr sz="1796"/>
            </a:lvl3pPr>
            <a:lvl4pPr marL="1368857" indent="0" algn="ctr">
              <a:buNone/>
              <a:defRPr sz="1597"/>
            </a:lvl4pPr>
            <a:lvl5pPr marL="1825142" indent="0" algn="ctr">
              <a:buNone/>
              <a:defRPr sz="1597"/>
            </a:lvl5pPr>
            <a:lvl6pPr marL="2281428" indent="0" algn="ctr">
              <a:buNone/>
              <a:defRPr sz="1597"/>
            </a:lvl6pPr>
            <a:lvl7pPr marL="2737714" indent="0" algn="ctr">
              <a:buNone/>
              <a:defRPr sz="1597"/>
            </a:lvl7pPr>
            <a:lvl8pPr marL="3193999" indent="0" algn="ctr">
              <a:buNone/>
              <a:defRPr sz="1597"/>
            </a:lvl8pPr>
            <a:lvl9pPr marL="3650285" indent="0" algn="ctr">
              <a:buNone/>
              <a:defRPr sz="1597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3719-F574-4CD3-ADB0-9E3C60CCA1C8}" type="datetimeFigureOut">
              <a:rPr lang="es-CO" smtClean="0"/>
              <a:t>24/02/2026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DC7A-C1F8-4417-BB00-EEFC26D8E734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87071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3719-F574-4CD3-ADB0-9E3C60CCA1C8}" type="datetimeFigureOut">
              <a:rPr lang="es-CO" smtClean="0"/>
              <a:t>24/02/2026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DC7A-C1F8-4417-BB00-EEFC26D8E734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81066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225" y="1709739"/>
            <a:ext cx="10495062" cy="2852737"/>
          </a:xfrm>
        </p:spPr>
        <p:txBody>
          <a:bodyPr anchor="b"/>
          <a:lstStyle>
            <a:lvl1pPr>
              <a:defRPr sz="598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0225" y="4589464"/>
            <a:ext cx="10495062" cy="1500187"/>
          </a:xfrm>
        </p:spPr>
        <p:txBody>
          <a:bodyPr/>
          <a:lstStyle>
            <a:lvl1pPr marL="0" indent="0">
              <a:buNone/>
              <a:defRPr sz="2395">
                <a:solidFill>
                  <a:schemeClr val="tx1">
                    <a:tint val="82000"/>
                  </a:schemeClr>
                </a:solidFill>
              </a:defRPr>
            </a:lvl1pPr>
            <a:lvl2pPr marL="456286" indent="0">
              <a:buNone/>
              <a:defRPr sz="1996">
                <a:solidFill>
                  <a:schemeClr val="tx1">
                    <a:tint val="82000"/>
                  </a:schemeClr>
                </a:solidFill>
              </a:defRPr>
            </a:lvl2pPr>
            <a:lvl3pPr marL="912571" indent="0">
              <a:buNone/>
              <a:defRPr sz="1796">
                <a:solidFill>
                  <a:schemeClr val="tx1">
                    <a:tint val="82000"/>
                  </a:schemeClr>
                </a:solidFill>
              </a:defRPr>
            </a:lvl3pPr>
            <a:lvl4pPr marL="1368857" indent="0">
              <a:buNone/>
              <a:defRPr sz="1597">
                <a:solidFill>
                  <a:schemeClr val="tx1">
                    <a:tint val="82000"/>
                  </a:schemeClr>
                </a:solidFill>
              </a:defRPr>
            </a:lvl4pPr>
            <a:lvl5pPr marL="1825142" indent="0">
              <a:buNone/>
              <a:defRPr sz="1597">
                <a:solidFill>
                  <a:schemeClr val="tx1">
                    <a:tint val="82000"/>
                  </a:schemeClr>
                </a:solidFill>
              </a:defRPr>
            </a:lvl5pPr>
            <a:lvl6pPr marL="2281428" indent="0">
              <a:buNone/>
              <a:defRPr sz="1597">
                <a:solidFill>
                  <a:schemeClr val="tx1">
                    <a:tint val="82000"/>
                  </a:schemeClr>
                </a:solidFill>
              </a:defRPr>
            </a:lvl6pPr>
            <a:lvl7pPr marL="2737714" indent="0">
              <a:buNone/>
              <a:defRPr sz="1597">
                <a:solidFill>
                  <a:schemeClr val="tx1">
                    <a:tint val="82000"/>
                  </a:schemeClr>
                </a:solidFill>
              </a:defRPr>
            </a:lvl7pPr>
            <a:lvl8pPr marL="3193999" indent="0">
              <a:buNone/>
              <a:defRPr sz="1597">
                <a:solidFill>
                  <a:schemeClr val="tx1">
                    <a:tint val="82000"/>
                  </a:schemeClr>
                </a:solidFill>
              </a:defRPr>
            </a:lvl8pPr>
            <a:lvl9pPr marL="3650285" indent="0">
              <a:buNone/>
              <a:defRPr sz="15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3719-F574-4CD3-ADB0-9E3C60CCA1C8}" type="datetimeFigureOut">
              <a:rPr lang="es-CO" smtClean="0"/>
              <a:t>24/02/2026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DC7A-C1F8-4417-BB00-EEFC26D8E734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39961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6563" y="1825625"/>
            <a:ext cx="517148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0145" y="1825625"/>
            <a:ext cx="517148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3719-F574-4CD3-ADB0-9E3C60CCA1C8}" type="datetimeFigureOut">
              <a:rPr lang="es-CO" smtClean="0"/>
              <a:t>24/02/2026</a:t>
            </a:fld>
            <a:endParaRPr lang="es-C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DC7A-C1F8-4417-BB00-EEFC26D8E734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76697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48" y="365126"/>
            <a:ext cx="104950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49" y="1681163"/>
            <a:ext cx="5147713" cy="823912"/>
          </a:xfrm>
        </p:spPr>
        <p:txBody>
          <a:bodyPr anchor="b"/>
          <a:lstStyle>
            <a:lvl1pPr marL="0" indent="0">
              <a:buNone/>
              <a:defRPr sz="2395" b="1"/>
            </a:lvl1pPr>
            <a:lvl2pPr marL="456286" indent="0">
              <a:buNone/>
              <a:defRPr sz="1996" b="1"/>
            </a:lvl2pPr>
            <a:lvl3pPr marL="912571" indent="0">
              <a:buNone/>
              <a:defRPr sz="1796" b="1"/>
            </a:lvl3pPr>
            <a:lvl4pPr marL="1368857" indent="0">
              <a:buNone/>
              <a:defRPr sz="1597" b="1"/>
            </a:lvl4pPr>
            <a:lvl5pPr marL="1825142" indent="0">
              <a:buNone/>
              <a:defRPr sz="1597" b="1"/>
            </a:lvl5pPr>
            <a:lvl6pPr marL="2281428" indent="0">
              <a:buNone/>
              <a:defRPr sz="1597" b="1"/>
            </a:lvl6pPr>
            <a:lvl7pPr marL="2737714" indent="0">
              <a:buNone/>
              <a:defRPr sz="1597" b="1"/>
            </a:lvl7pPr>
            <a:lvl8pPr marL="3193999" indent="0">
              <a:buNone/>
              <a:defRPr sz="1597" b="1"/>
            </a:lvl8pPr>
            <a:lvl9pPr marL="3650285" indent="0">
              <a:buNone/>
              <a:defRPr sz="159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149" y="2505075"/>
            <a:ext cx="5147713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0145" y="1681163"/>
            <a:ext cx="5173065" cy="823912"/>
          </a:xfrm>
        </p:spPr>
        <p:txBody>
          <a:bodyPr anchor="b"/>
          <a:lstStyle>
            <a:lvl1pPr marL="0" indent="0">
              <a:buNone/>
              <a:defRPr sz="2395" b="1"/>
            </a:lvl1pPr>
            <a:lvl2pPr marL="456286" indent="0">
              <a:buNone/>
              <a:defRPr sz="1996" b="1"/>
            </a:lvl2pPr>
            <a:lvl3pPr marL="912571" indent="0">
              <a:buNone/>
              <a:defRPr sz="1796" b="1"/>
            </a:lvl3pPr>
            <a:lvl4pPr marL="1368857" indent="0">
              <a:buNone/>
              <a:defRPr sz="1597" b="1"/>
            </a:lvl4pPr>
            <a:lvl5pPr marL="1825142" indent="0">
              <a:buNone/>
              <a:defRPr sz="1597" b="1"/>
            </a:lvl5pPr>
            <a:lvl6pPr marL="2281428" indent="0">
              <a:buNone/>
              <a:defRPr sz="1597" b="1"/>
            </a:lvl6pPr>
            <a:lvl7pPr marL="2737714" indent="0">
              <a:buNone/>
              <a:defRPr sz="1597" b="1"/>
            </a:lvl7pPr>
            <a:lvl8pPr marL="3193999" indent="0">
              <a:buNone/>
              <a:defRPr sz="1597" b="1"/>
            </a:lvl8pPr>
            <a:lvl9pPr marL="3650285" indent="0">
              <a:buNone/>
              <a:defRPr sz="159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0145" y="2505075"/>
            <a:ext cx="5173065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3719-F574-4CD3-ADB0-9E3C60CCA1C8}" type="datetimeFigureOut">
              <a:rPr lang="es-CO" smtClean="0"/>
              <a:t>24/02/2026</a:t>
            </a:fld>
            <a:endParaRPr lang="es-CO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DC7A-C1F8-4417-BB00-EEFC26D8E734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00946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3719-F574-4CD3-ADB0-9E3C60CCA1C8}" type="datetimeFigureOut">
              <a:rPr lang="es-CO" smtClean="0"/>
              <a:t>24/02/2026</a:t>
            </a:fld>
            <a:endParaRPr lang="es-C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DC7A-C1F8-4417-BB00-EEFC26D8E734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18935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3719-F574-4CD3-ADB0-9E3C60CCA1C8}" type="datetimeFigureOut">
              <a:rPr lang="es-CO" smtClean="0"/>
              <a:t>24/02/2026</a:t>
            </a:fld>
            <a:endParaRPr lang="es-CO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DC7A-C1F8-4417-BB00-EEFC26D8E734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67291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48" y="457200"/>
            <a:ext cx="3924557" cy="1600200"/>
          </a:xfrm>
        </p:spPr>
        <p:txBody>
          <a:bodyPr anchor="b"/>
          <a:lstStyle>
            <a:lvl1pPr>
              <a:defRPr sz="31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3065" y="987426"/>
            <a:ext cx="6160145" cy="4873625"/>
          </a:xfrm>
        </p:spPr>
        <p:txBody>
          <a:bodyPr/>
          <a:lstStyle>
            <a:lvl1pPr>
              <a:defRPr sz="3194"/>
            </a:lvl1pPr>
            <a:lvl2pPr>
              <a:defRPr sz="2794"/>
            </a:lvl2pPr>
            <a:lvl3pPr>
              <a:defRPr sz="2395"/>
            </a:lvl3pPr>
            <a:lvl4pPr>
              <a:defRPr sz="1996"/>
            </a:lvl4pPr>
            <a:lvl5pPr>
              <a:defRPr sz="1996"/>
            </a:lvl5pPr>
            <a:lvl6pPr>
              <a:defRPr sz="1996"/>
            </a:lvl6pPr>
            <a:lvl7pPr>
              <a:defRPr sz="1996"/>
            </a:lvl7pPr>
            <a:lvl8pPr>
              <a:defRPr sz="1996"/>
            </a:lvl8pPr>
            <a:lvl9pPr>
              <a:defRPr sz="1996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148" y="2057400"/>
            <a:ext cx="3924557" cy="3811588"/>
          </a:xfrm>
        </p:spPr>
        <p:txBody>
          <a:bodyPr/>
          <a:lstStyle>
            <a:lvl1pPr marL="0" indent="0">
              <a:buNone/>
              <a:defRPr sz="1597"/>
            </a:lvl1pPr>
            <a:lvl2pPr marL="456286" indent="0">
              <a:buNone/>
              <a:defRPr sz="1397"/>
            </a:lvl2pPr>
            <a:lvl3pPr marL="912571" indent="0">
              <a:buNone/>
              <a:defRPr sz="1198"/>
            </a:lvl3pPr>
            <a:lvl4pPr marL="1368857" indent="0">
              <a:buNone/>
              <a:defRPr sz="998"/>
            </a:lvl4pPr>
            <a:lvl5pPr marL="1825142" indent="0">
              <a:buNone/>
              <a:defRPr sz="998"/>
            </a:lvl5pPr>
            <a:lvl6pPr marL="2281428" indent="0">
              <a:buNone/>
              <a:defRPr sz="998"/>
            </a:lvl6pPr>
            <a:lvl7pPr marL="2737714" indent="0">
              <a:buNone/>
              <a:defRPr sz="998"/>
            </a:lvl7pPr>
            <a:lvl8pPr marL="3193999" indent="0">
              <a:buNone/>
              <a:defRPr sz="998"/>
            </a:lvl8pPr>
            <a:lvl9pPr marL="3650285" indent="0">
              <a:buNone/>
              <a:defRPr sz="99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3719-F574-4CD3-ADB0-9E3C60CCA1C8}" type="datetimeFigureOut">
              <a:rPr lang="es-CO" smtClean="0"/>
              <a:t>24/02/2026</a:t>
            </a:fld>
            <a:endParaRPr lang="es-C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DC7A-C1F8-4417-BB00-EEFC26D8E734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36175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48" y="457200"/>
            <a:ext cx="3924557" cy="1600200"/>
          </a:xfrm>
        </p:spPr>
        <p:txBody>
          <a:bodyPr anchor="b"/>
          <a:lstStyle>
            <a:lvl1pPr>
              <a:defRPr sz="31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73065" y="987426"/>
            <a:ext cx="6160145" cy="4873625"/>
          </a:xfrm>
        </p:spPr>
        <p:txBody>
          <a:bodyPr anchor="t"/>
          <a:lstStyle>
            <a:lvl1pPr marL="0" indent="0">
              <a:buNone/>
              <a:defRPr sz="3194"/>
            </a:lvl1pPr>
            <a:lvl2pPr marL="456286" indent="0">
              <a:buNone/>
              <a:defRPr sz="2794"/>
            </a:lvl2pPr>
            <a:lvl3pPr marL="912571" indent="0">
              <a:buNone/>
              <a:defRPr sz="2395"/>
            </a:lvl3pPr>
            <a:lvl4pPr marL="1368857" indent="0">
              <a:buNone/>
              <a:defRPr sz="1996"/>
            </a:lvl4pPr>
            <a:lvl5pPr marL="1825142" indent="0">
              <a:buNone/>
              <a:defRPr sz="1996"/>
            </a:lvl5pPr>
            <a:lvl6pPr marL="2281428" indent="0">
              <a:buNone/>
              <a:defRPr sz="1996"/>
            </a:lvl6pPr>
            <a:lvl7pPr marL="2737714" indent="0">
              <a:buNone/>
              <a:defRPr sz="1996"/>
            </a:lvl7pPr>
            <a:lvl8pPr marL="3193999" indent="0">
              <a:buNone/>
              <a:defRPr sz="1996"/>
            </a:lvl8pPr>
            <a:lvl9pPr marL="3650285" indent="0">
              <a:buNone/>
              <a:defRPr sz="1996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148" y="2057400"/>
            <a:ext cx="3924557" cy="3811588"/>
          </a:xfrm>
        </p:spPr>
        <p:txBody>
          <a:bodyPr/>
          <a:lstStyle>
            <a:lvl1pPr marL="0" indent="0">
              <a:buNone/>
              <a:defRPr sz="1597"/>
            </a:lvl1pPr>
            <a:lvl2pPr marL="456286" indent="0">
              <a:buNone/>
              <a:defRPr sz="1397"/>
            </a:lvl2pPr>
            <a:lvl3pPr marL="912571" indent="0">
              <a:buNone/>
              <a:defRPr sz="1198"/>
            </a:lvl3pPr>
            <a:lvl4pPr marL="1368857" indent="0">
              <a:buNone/>
              <a:defRPr sz="998"/>
            </a:lvl4pPr>
            <a:lvl5pPr marL="1825142" indent="0">
              <a:buNone/>
              <a:defRPr sz="998"/>
            </a:lvl5pPr>
            <a:lvl6pPr marL="2281428" indent="0">
              <a:buNone/>
              <a:defRPr sz="998"/>
            </a:lvl6pPr>
            <a:lvl7pPr marL="2737714" indent="0">
              <a:buNone/>
              <a:defRPr sz="998"/>
            </a:lvl7pPr>
            <a:lvl8pPr marL="3193999" indent="0">
              <a:buNone/>
              <a:defRPr sz="998"/>
            </a:lvl8pPr>
            <a:lvl9pPr marL="3650285" indent="0">
              <a:buNone/>
              <a:defRPr sz="99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3719-F574-4CD3-ADB0-9E3C60CCA1C8}" type="datetimeFigureOut">
              <a:rPr lang="es-CO" smtClean="0"/>
              <a:t>24/02/2026</a:t>
            </a:fld>
            <a:endParaRPr lang="es-C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DC7A-C1F8-4417-BB00-EEFC26D8E734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33385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3719-F574-4CD3-ADB0-9E3C60CCA1C8}" type="datetimeFigureOut">
              <a:rPr lang="es-CO" smtClean="0"/>
              <a:t>24/02/2026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DC7A-C1F8-4417-BB00-EEFC26D8E734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48079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07859" y="365125"/>
            <a:ext cx="2623766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6563" y="365125"/>
            <a:ext cx="7719194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3719-F574-4CD3-ADB0-9E3C60CCA1C8}" type="datetimeFigureOut">
              <a:rPr lang="es-CO" smtClean="0"/>
              <a:t>24/02/2026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DC7A-C1F8-4417-BB00-EEFC26D8E734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1769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6563" y="365126"/>
            <a:ext cx="104950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563" y="1825625"/>
            <a:ext cx="104950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6563" y="6356351"/>
            <a:ext cx="27378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1F3719-F574-4CD3-ADB0-9E3C60CCA1C8}" type="datetimeFigureOut">
              <a:rPr lang="es-CO" smtClean="0"/>
              <a:t>24/02/2026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0713" y="6356351"/>
            <a:ext cx="4106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3783" y="6356351"/>
            <a:ext cx="27378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ADDC7A-C1F8-4417-BB00-EEFC26D8E734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31014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2571" rtl="0" eaLnBrk="1" latinLnBrk="0" hangingPunct="1">
        <a:lnSpc>
          <a:spcPct val="90000"/>
        </a:lnSpc>
        <a:spcBef>
          <a:spcPct val="0"/>
        </a:spcBef>
        <a:buNone/>
        <a:defRPr sz="43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143" indent="-228143" algn="l" defTabSz="912571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4" kern="1200">
          <a:solidFill>
            <a:schemeClr val="tx1"/>
          </a:solidFill>
          <a:latin typeface="+mn-lt"/>
          <a:ea typeface="+mn-ea"/>
          <a:cs typeface="+mn-cs"/>
        </a:defRPr>
      </a:lvl1pPr>
      <a:lvl2pPr marL="684428" indent="-228143" algn="l" defTabSz="9125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2pPr>
      <a:lvl3pPr marL="1140714" indent="-228143" algn="l" defTabSz="9125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6" kern="1200">
          <a:solidFill>
            <a:schemeClr val="tx1"/>
          </a:solidFill>
          <a:latin typeface="+mn-lt"/>
          <a:ea typeface="+mn-ea"/>
          <a:cs typeface="+mn-cs"/>
        </a:defRPr>
      </a:lvl3pPr>
      <a:lvl4pPr marL="1597000" indent="-228143" algn="l" defTabSz="9125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6" kern="1200">
          <a:solidFill>
            <a:schemeClr val="tx1"/>
          </a:solidFill>
          <a:latin typeface="+mn-lt"/>
          <a:ea typeface="+mn-ea"/>
          <a:cs typeface="+mn-cs"/>
        </a:defRPr>
      </a:lvl4pPr>
      <a:lvl5pPr marL="2053285" indent="-228143" algn="l" defTabSz="9125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6" kern="1200">
          <a:solidFill>
            <a:schemeClr val="tx1"/>
          </a:solidFill>
          <a:latin typeface="+mn-lt"/>
          <a:ea typeface="+mn-ea"/>
          <a:cs typeface="+mn-cs"/>
        </a:defRPr>
      </a:lvl5pPr>
      <a:lvl6pPr marL="2509571" indent="-228143" algn="l" defTabSz="9125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6" kern="1200">
          <a:solidFill>
            <a:schemeClr val="tx1"/>
          </a:solidFill>
          <a:latin typeface="+mn-lt"/>
          <a:ea typeface="+mn-ea"/>
          <a:cs typeface="+mn-cs"/>
        </a:defRPr>
      </a:lvl6pPr>
      <a:lvl7pPr marL="2965856" indent="-228143" algn="l" defTabSz="9125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6" kern="1200">
          <a:solidFill>
            <a:schemeClr val="tx1"/>
          </a:solidFill>
          <a:latin typeface="+mn-lt"/>
          <a:ea typeface="+mn-ea"/>
          <a:cs typeface="+mn-cs"/>
        </a:defRPr>
      </a:lvl7pPr>
      <a:lvl8pPr marL="3422142" indent="-228143" algn="l" defTabSz="9125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6" kern="1200">
          <a:solidFill>
            <a:schemeClr val="tx1"/>
          </a:solidFill>
          <a:latin typeface="+mn-lt"/>
          <a:ea typeface="+mn-ea"/>
          <a:cs typeface="+mn-cs"/>
        </a:defRPr>
      </a:lvl8pPr>
      <a:lvl9pPr marL="3878428" indent="-228143" algn="l" defTabSz="9125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571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1pPr>
      <a:lvl2pPr marL="456286" algn="l" defTabSz="912571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2pPr>
      <a:lvl3pPr marL="912571" algn="l" defTabSz="912571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3pPr>
      <a:lvl4pPr marL="1368857" algn="l" defTabSz="912571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4pPr>
      <a:lvl5pPr marL="1825142" algn="l" defTabSz="912571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5pPr>
      <a:lvl6pPr marL="2281428" algn="l" defTabSz="912571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6pPr>
      <a:lvl7pPr marL="2737714" algn="l" defTabSz="912571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7pPr>
      <a:lvl8pPr marL="3193999" algn="l" defTabSz="912571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8pPr>
      <a:lvl9pPr marL="3650285" algn="l" defTabSz="912571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CA1DC55-5047-1C34-ED44-0C59232EFAD0}"/>
              </a:ext>
            </a:extLst>
          </p:cNvPr>
          <p:cNvSpPr/>
          <p:nvPr/>
        </p:nvSpPr>
        <p:spPr>
          <a:xfrm>
            <a:off x="4268411" y="603946"/>
            <a:ext cx="2852632" cy="1047327"/>
          </a:xfrm>
          <a:prstGeom prst="roundRect">
            <a:avLst/>
          </a:prstGeom>
          <a:solidFill>
            <a:srgbClr val="6ED3E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s-CO" sz="1352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Included candidiasis cases</a:t>
            </a:r>
            <a:b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(2014–2024)</a:t>
            </a:r>
            <a:b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sz="1352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987</a:t>
            </a:r>
            <a:endParaRPr lang="es-CO" sz="1352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97A524E-25F8-4C74-D764-12E9509B3332}"/>
              </a:ext>
            </a:extLst>
          </p:cNvPr>
          <p:cNvSpPr/>
          <p:nvPr/>
        </p:nvSpPr>
        <p:spPr>
          <a:xfrm>
            <a:off x="4755634" y="2155782"/>
            <a:ext cx="1878187" cy="574337"/>
          </a:xfrm>
          <a:prstGeom prst="roundRect">
            <a:avLst/>
          </a:prstGeom>
          <a:solidFill>
            <a:srgbClr val="FF8F8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Invasive forms</a:t>
            </a:r>
          </a:p>
          <a:p>
            <a:pPr algn="ctr"/>
            <a:r>
              <a:rPr lang="es-CO" sz="1352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101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7572322-1B36-7ED9-EFFD-BAFFB1C37177}"/>
              </a:ext>
            </a:extLst>
          </p:cNvPr>
          <p:cNvSpPr/>
          <p:nvPr/>
        </p:nvSpPr>
        <p:spPr>
          <a:xfrm>
            <a:off x="659768" y="2155781"/>
            <a:ext cx="2526409" cy="574337"/>
          </a:xfrm>
          <a:prstGeom prst="roundRect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Non-invasive / mucocutaneous forms</a:t>
            </a:r>
            <a:b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sz="1352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740</a:t>
            </a:r>
            <a:endParaRPr lang="es-CO" sz="1352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7358322-5BAC-EABB-9E49-9F6C84616955}"/>
              </a:ext>
            </a:extLst>
          </p:cNvPr>
          <p:cNvSpPr/>
          <p:nvPr/>
        </p:nvSpPr>
        <p:spPr>
          <a:xfrm>
            <a:off x="8929543" y="2155780"/>
            <a:ext cx="2039929" cy="574337"/>
          </a:xfrm>
          <a:prstGeom prst="round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/ unspecified</a:t>
            </a:r>
          </a:p>
          <a:p>
            <a:pPr algn="ctr"/>
            <a:r>
              <a:rPr lang="es-CO" sz="1352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146</a:t>
            </a:r>
          </a:p>
        </p:txBody>
      </p:sp>
      <p:cxnSp>
        <p:nvCxnSpPr>
          <p:cNvPr id="27" name="Conector: curvado 26">
            <a:extLst>
              <a:ext uri="{FF2B5EF4-FFF2-40B4-BE49-F238E27FC236}">
                <a16:creationId xmlns:a16="http://schemas.microsoft.com/office/drawing/2014/main" id="{BB8B0E14-CC88-D8EF-60FC-8F51B41A97B7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rot="5400000">
            <a:off x="3556596" y="17649"/>
            <a:ext cx="504508" cy="3771755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curvado 28">
            <a:extLst>
              <a:ext uri="{FF2B5EF4-FFF2-40B4-BE49-F238E27FC236}">
                <a16:creationId xmlns:a16="http://schemas.microsoft.com/office/drawing/2014/main" id="{441B9A65-0A93-073D-2E81-68D7DF6F97CB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rot="5400000">
            <a:off x="5442473" y="1903527"/>
            <a:ext cx="504508" cy="8585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curvado 30">
            <a:extLst>
              <a:ext uri="{FF2B5EF4-FFF2-40B4-BE49-F238E27FC236}">
                <a16:creationId xmlns:a16="http://schemas.microsoft.com/office/drawing/2014/main" id="{5F8A7A88-0D23-5336-6456-D712980C0C76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 rot="16200000" flipH="1">
            <a:off x="7569864" y="-223864"/>
            <a:ext cx="504507" cy="4254781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0DCFFE11-D2FF-E45D-6BE8-0CE2EC95EF64}"/>
              </a:ext>
            </a:extLst>
          </p:cNvPr>
          <p:cNvSpPr/>
          <p:nvPr/>
        </p:nvSpPr>
        <p:spPr>
          <a:xfrm>
            <a:off x="108663" y="3374282"/>
            <a:ext cx="1645748" cy="582014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Vulvovaginal</a:t>
            </a:r>
          </a:p>
          <a:p>
            <a:pPr algn="ctr"/>
            <a:r>
              <a:rPr lang="es-CO" sz="1352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500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42BEF84B-4DAA-CEE1-503F-E7862C4F11F8}"/>
              </a:ext>
            </a:extLst>
          </p:cNvPr>
          <p:cNvSpPr/>
          <p:nvPr/>
        </p:nvSpPr>
        <p:spPr>
          <a:xfrm>
            <a:off x="9305599" y="4919559"/>
            <a:ext cx="1625603" cy="651213"/>
          </a:xfrm>
          <a:prstGeom prst="roundRect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HIV-associated opportunistic</a:t>
            </a:r>
          </a:p>
          <a:p>
            <a:pPr algn="ctr"/>
            <a:r>
              <a:rPr lang="es-CO" sz="1352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8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D59E0AA3-2900-A18B-D50D-66A93D6F4065}"/>
              </a:ext>
            </a:extLst>
          </p:cNvPr>
          <p:cNvSpPr/>
          <p:nvPr/>
        </p:nvSpPr>
        <p:spPr>
          <a:xfrm>
            <a:off x="6081407" y="4148436"/>
            <a:ext cx="1645748" cy="574337"/>
          </a:xfrm>
          <a:prstGeom prst="roundRect">
            <a:avLst/>
          </a:prstGeom>
          <a:noFill/>
          <a:ln w="19050">
            <a:solidFill>
              <a:srgbClr val="FF8F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Meningitis</a:t>
            </a:r>
            <a:b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sz="1352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4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EA49611E-4F91-3F4F-1A50-32927973F3BB}"/>
              </a:ext>
            </a:extLst>
          </p:cNvPr>
          <p:cNvSpPr/>
          <p:nvPr/>
        </p:nvSpPr>
        <p:spPr>
          <a:xfrm>
            <a:off x="4867560" y="4919559"/>
            <a:ext cx="1645748" cy="626894"/>
          </a:xfrm>
          <a:prstGeom prst="roundRect">
            <a:avLst/>
          </a:prstGeom>
          <a:noFill/>
          <a:ln w="19050">
            <a:solidFill>
              <a:srgbClr val="FF8F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Candidemia</a:t>
            </a:r>
            <a:b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sz="1352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20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1D64CFF7-033F-FA94-9E22-C9D6B35E00AA}"/>
              </a:ext>
            </a:extLst>
          </p:cNvPr>
          <p:cNvSpPr/>
          <p:nvPr/>
        </p:nvSpPr>
        <p:spPr>
          <a:xfrm>
            <a:off x="3722915" y="4138286"/>
            <a:ext cx="1645748" cy="567864"/>
          </a:xfrm>
          <a:prstGeom prst="roundRect">
            <a:avLst/>
          </a:prstGeom>
          <a:noFill/>
          <a:ln w="19050">
            <a:solidFill>
              <a:srgbClr val="FF8F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Localized invasive</a:t>
            </a:r>
            <a:b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sz="1352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77</a:t>
            </a:r>
          </a:p>
        </p:txBody>
      </p:sp>
      <p:cxnSp>
        <p:nvCxnSpPr>
          <p:cNvPr id="42" name="Conector: curvado 41">
            <a:extLst>
              <a:ext uri="{FF2B5EF4-FFF2-40B4-BE49-F238E27FC236}">
                <a16:creationId xmlns:a16="http://schemas.microsoft.com/office/drawing/2014/main" id="{72AA6119-EF12-4F32-6D31-6BF58838EC2B}"/>
              </a:ext>
            </a:extLst>
          </p:cNvPr>
          <p:cNvCxnSpPr>
            <a:cxnSpLocks/>
            <a:stCxn id="79" idx="2"/>
            <a:endCxn id="33" idx="0"/>
          </p:cNvCxnSpPr>
          <p:nvPr/>
        </p:nvCxnSpPr>
        <p:spPr>
          <a:xfrm rot="16200000" flipH="1">
            <a:off x="9077775" y="3878932"/>
            <a:ext cx="949863" cy="1131389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: curvado 43">
            <a:extLst>
              <a:ext uri="{FF2B5EF4-FFF2-40B4-BE49-F238E27FC236}">
                <a16:creationId xmlns:a16="http://schemas.microsoft.com/office/drawing/2014/main" id="{0A592C63-272C-6B66-A7E6-270FC54F8A0A}"/>
              </a:ext>
            </a:extLst>
          </p:cNvPr>
          <p:cNvCxnSpPr>
            <a:stCxn id="4" idx="2"/>
            <a:endCxn id="34" idx="0"/>
          </p:cNvCxnSpPr>
          <p:nvPr/>
        </p:nvCxnSpPr>
        <p:spPr>
          <a:xfrm rot="16200000" flipH="1">
            <a:off x="5590345" y="2834500"/>
            <a:ext cx="1418318" cy="1209554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curvado 46">
            <a:extLst>
              <a:ext uri="{FF2B5EF4-FFF2-40B4-BE49-F238E27FC236}">
                <a16:creationId xmlns:a16="http://schemas.microsoft.com/office/drawing/2014/main" id="{791EEA94-D725-F377-A916-A6A8B290A9BD}"/>
              </a:ext>
            </a:extLst>
          </p:cNvPr>
          <p:cNvCxnSpPr>
            <a:cxnSpLocks/>
            <a:stCxn id="4" idx="2"/>
            <a:endCxn id="35" idx="0"/>
          </p:cNvCxnSpPr>
          <p:nvPr/>
        </p:nvCxnSpPr>
        <p:spPr>
          <a:xfrm rot="5400000">
            <a:off x="4597861" y="3822692"/>
            <a:ext cx="2189440" cy="4294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curvado 48">
            <a:extLst>
              <a:ext uri="{FF2B5EF4-FFF2-40B4-BE49-F238E27FC236}">
                <a16:creationId xmlns:a16="http://schemas.microsoft.com/office/drawing/2014/main" id="{93381D80-B118-FFF6-A88F-282D27770242}"/>
              </a:ext>
            </a:extLst>
          </p:cNvPr>
          <p:cNvCxnSpPr>
            <a:cxnSpLocks/>
            <a:stCxn id="4" idx="2"/>
            <a:endCxn id="36" idx="0"/>
          </p:cNvCxnSpPr>
          <p:nvPr/>
        </p:nvCxnSpPr>
        <p:spPr>
          <a:xfrm rot="5400000">
            <a:off x="4416175" y="2859733"/>
            <a:ext cx="1408168" cy="1148938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ángulo: esquinas redondeadas 77">
            <a:extLst>
              <a:ext uri="{FF2B5EF4-FFF2-40B4-BE49-F238E27FC236}">
                <a16:creationId xmlns:a16="http://schemas.microsoft.com/office/drawing/2014/main" id="{5EA9144D-3436-80AC-8DD3-6AAFBF642288}"/>
              </a:ext>
            </a:extLst>
          </p:cNvPr>
          <p:cNvSpPr/>
          <p:nvPr/>
        </p:nvSpPr>
        <p:spPr>
          <a:xfrm>
            <a:off x="2025281" y="3382318"/>
            <a:ext cx="1653830" cy="611668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Oropharyngeal mucocutaneous</a:t>
            </a:r>
            <a:b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sz="1352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240</a:t>
            </a:r>
          </a:p>
        </p:txBody>
      </p:sp>
      <p:sp>
        <p:nvSpPr>
          <p:cNvPr id="79" name="Rectángulo: esquinas redondeadas 78">
            <a:extLst>
              <a:ext uri="{FF2B5EF4-FFF2-40B4-BE49-F238E27FC236}">
                <a16:creationId xmlns:a16="http://schemas.microsoft.com/office/drawing/2014/main" id="{EA7EB455-D894-91B7-EE1C-8AC45AE90E3A}"/>
              </a:ext>
            </a:extLst>
          </p:cNvPr>
          <p:cNvSpPr/>
          <p:nvPr/>
        </p:nvSpPr>
        <p:spPr>
          <a:xfrm>
            <a:off x="8174210" y="3395359"/>
            <a:ext cx="1625603" cy="574337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b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sz="1352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28</a:t>
            </a:r>
          </a:p>
        </p:txBody>
      </p:sp>
      <p:cxnSp>
        <p:nvCxnSpPr>
          <p:cNvPr id="116" name="Conector: curvado 115">
            <a:extLst>
              <a:ext uri="{FF2B5EF4-FFF2-40B4-BE49-F238E27FC236}">
                <a16:creationId xmlns:a16="http://schemas.microsoft.com/office/drawing/2014/main" id="{AFE8026F-CE22-6079-0945-E8E009395BDC}"/>
              </a:ext>
            </a:extLst>
          </p:cNvPr>
          <p:cNvCxnSpPr>
            <a:stCxn id="5" idx="2"/>
            <a:endCxn id="32" idx="0"/>
          </p:cNvCxnSpPr>
          <p:nvPr/>
        </p:nvCxnSpPr>
        <p:spPr>
          <a:xfrm rot="5400000">
            <a:off x="1105173" y="2556482"/>
            <a:ext cx="644164" cy="991436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ector: curvado 117">
            <a:extLst>
              <a:ext uri="{FF2B5EF4-FFF2-40B4-BE49-F238E27FC236}">
                <a16:creationId xmlns:a16="http://schemas.microsoft.com/office/drawing/2014/main" id="{C7F31CE4-7375-1C46-7C1D-1D122B10EA8C}"/>
              </a:ext>
            </a:extLst>
          </p:cNvPr>
          <p:cNvCxnSpPr>
            <a:cxnSpLocks/>
            <a:stCxn id="5" idx="2"/>
            <a:endCxn id="78" idx="0"/>
          </p:cNvCxnSpPr>
          <p:nvPr/>
        </p:nvCxnSpPr>
        <p:spPr>
          <a:xfrm rot="16200000" flipH="1">
            <a:off x="2061484" y="2591606"/>
            <a:ext cx="652200" cy="929223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ector: curvado 119">
            <a:extLst>
              <a:ext uri="{FF2B5EF4-FFF2-40B4-BE49-F238E27FC236}">
                <a16:creationId xmlns:a16="http://schemas.microsoft.com/office/drawing/2014/main" id="{9DA5442E-C311-355C-C445-D93E7A66115C}"/>
              </a:ext>
            </a:extLst>
          </p:cNvPr>
          <p:cNvCxnSpPr>
            <a:cxnSpLocks/>
            <a:stCxn id="8" idx="2"/>
            <a:endCxn id="79" idx="0"/>
          </p:cNvCxnSpPr>
          <p:nvPr/>
        </p:nvCxnSpPr>
        <p:spPr>
          <a:xfrm rot="5400000">
            <a:off x="9135639" y="2581489"/>
            <a:ext cx="665241" cy="962497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ector: curvado 2">
            <a:extLst>
              <a:ext uri="{FF2B5EF4-FFF2-40B4-BE49-F238E27FC236}">
                <a16:creationId xmlns:a16="http://schemas.microsoft.com/office/drawing/2014/main" id="{DB9DF906-1450-A32E-3C3F-27D54B9350FD}"/>
              </a:ext>
            </a:extLst>
          </p:cNvPr>
          <p:cNvCxnSpPr>
            <a:cxnSpLocks/>
            <a:stCxn id="79" idx="2"/>
            <a:endCxn id="17" idx="0"/>
          </p:cNvCxnSpPr>
          <p:nvPr/>
        </p:nvCxnSpPr>
        <p:spPr>
          <a:xfrm rot="5400000">
            <a:off x="8036410" y="3968956"/>
            <a:ext cx="949863" cy="951342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: curvado 13">
            <a:extLst>
              <a:ext uri="{FF2B5EF4-FFF2-40B4-BE49-F238E27FC236}">
                <a16:creationId xmlns:a16="http://schemas.microsoft.com/office/drawing/2014/main" id="{BB81AF79-AA5B-1DCD-06AD-A0838B1973F3}"/>
              </a:ext>
            </a:extLst>
          </p:cNvPr>
          <p:cNvCxnSpPr>
            <a:cxnSpLocks/>
            <a:stCxn id="79" idx="2"/>
            <a:endCxn id="19" idx="0"/>
          </p:cNvCxnSpPr>
          <p:nvPr/>
        </p:nvCxnSpPr>
        <p:spPr>
          <a:xfrm rot="5400000">
            <a:off x="8080055" y="4876653"/>
            <a:ext cx="1813915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C2FBAE8-D3E5-BAB5-353A-5B7EFC8CBAF8}"/>
              </a:ext>
            </a:extLst>
          </p:cNvPr>
          <p:cNvSpPr/>
          <p:nvPr/>
        </p:nvSpPr>
        <p:spPr>
          <a:xfrm>
            <a:off x="7224844" y="4919559"/>
            <a:ext cx="1621652" cy="651213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Cutaneous</a:t>
            </a:r>
          </a:p>
          <a:p>
            <a:pPr algn="ctr"/>
            <a:r>
              <a:rPr lang="es-CO" sz="1352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10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29FBE5B9-B51D-7429-7A08-88C655D0D1A3}"/>
              </a:ext>
            </a:extLst>
          </p:cNvPr>
          <p:cNvSpPr/>
          <p:nvPr/>
        </p:nvSpPr>
        <p:spPr>
          <a:xfrm>
            <a:off x="8174210" y="5783611"/>
            <a:ext cx="1625603" cy="651213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Urinary</a:t>
            </a:r>
            <a:b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sz="1352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10</a:t>
            </a:r>
          </a:p>
        </p:txBody>
      </p:sp>
      <p:cxnSp>
        <p:nvCxnSpPr>
          <p:cNvPr id="127" name="Conector: curvado 126">
            <a:extLst>
              <a:ext uri="{FF2B5EF4-FFF2-40B4-BE49-F238E27FC236}">
                <a16:creationId xmlns:a16="http://schemas.microsoft.com/office/drawing/2014/main" id="{DE92412E-5EA0-83EB-47EA-CFD991F976FB}"/>
              </a:ext>
            </a:extLst>
          </p:cNvPr>
          <p:cNvCxnSpPr>
            <a:cxnSpLocks/>
            <a:stCxn id="8" idx="2"/>
            <a:endCxn id="130" idx="0"/>
          </p:cNvCxnSpPr>
          <p:nvPr/>
        </p:nvCxnSpPr>
        <p:spPr>
          <a:xfrm rot="16200000" flipH="1">
            <a:off x="10158111" y="2521514"/>
            <a:ext cx="651213" cy="1068419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ángulo: esquinas redondeadas 129">
            <a:extLst>
              <a:ext uri="{FF2B5EF4-FFF2-40B4-BE49-F238E27FC236}">
                <a16:creationId xmlns:a16="http://schemas.microsoft.com/office/drawing/2014/main" id="{AE12052C-BCB7-647F-A4EF-8996936AFE4C}"/>
              </a:ext>
            </a:extLst>
          </p:cNvPr>
          <p:cNvSpPr/>
          <p:nvPr/>
        </p:nvSpPr>
        <p:spPr>
          <a:xfrm>
            <a:off x="10205126" y="3381330"/>
            <a:ext cx="1625603" cy="574337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352" dirty="0">
                <a:solidFill>
                  <a:schemeClr val="tx1"/>
                </a:solidFill>
              </a:rPr>
              <a:t>Unspecified</a:t>
            </a:r>
            <a:br>
              <a:rPr lang="es-CO" sz="135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sz="1352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118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62C00FD-2C6C-47E2-412D-6C3DE975B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255" y="4722773"/>
            <a:ext cx="390285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“Figure 2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PowerPoint (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file: Figure2_flowchart.pptx).”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clinical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(n=987) and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subcategories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figure.”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Exported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PDF for vector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34840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124</Words>
  <Application>Microsoft Office PowerPoint</Application>
  <PresentationFormat>Personalizado</PresentationFormat>
  <Paragraphs>22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 Ramirez</dc:creator>
  <cp:lastModifiedBy>Rafael Augusto Ramírez Trujillo</cp:lastModifiedBy>
  <cp:revision>6</cp:revision>
  <dcterms:created xsi:type="dcterms:W3CDTF">2025-12-15T20:33:28Z</dcterms:created>
  <dcterms:modified xsi:type="dcterms:W3CDTF">2026-02-25T01:57:55Z</dcterms:modified>
</cp:coreProperties>
</file>